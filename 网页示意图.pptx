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5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DE0DE7-F65F-BE34-F5E5-9E28B58C86E3}"/>
              </a:ext>
            </a:extLst>
          </p:cNvPr>
          <p:cNvSpPr/>
          <p:nvPr/>
        </p:nvSpPr>
        <p:spPr>
          <a:xfrm>
            <a:off x="1003495" y="1073834"/>
            <a:ext cx="1941342" cy="3709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1D1F36-7013-3661-6568-F0B6C3EC39FC}"/>
              </a:ext>
            </a:extLst>
          </p:cNvPr>
          <p:cNvSpPr/>
          <p:nvPr/>
        </p:nvSpPr>
        <p:spPr>
          <a:xfrm>
            <a:off x="3624775" y="1073833"/>
            <a:ext cx="1941342" cy="3709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16D0DD-8695-8782-844A-CCF995985B3F}"/>
              </a:ext>
            </a:extLst>
          </p:cNvPr>
          <p:cNvSpPr/>
          <p:nvPr/>
        </p:nvSpPr>
        <p:spPr>
          <a:xfrm>
            <a:off x="6808763" y="1073833"/>
            <a:ext cx="1941342" cy="3709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F01459-6E9E-C607-306D-001457E46F0E}"/>
              </a:ext>
            </a:extLst>
          </p:cNvPr>
          <p:cNvSpPr/>
          <p:nvPr/>
        </p:nvSpPr>
        <p:spPr>
          <a:xfrm>
            <a:off x="9551963" y="1073833"/>
            <a:ext cx="1941342" cy="3709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9115D-140B-5085-EEFC-8DA254A815B0}"/>
              </a:ext>
            </a:extLst>
          </p:cNvPr>
          <p:cNvSpPr/>
          <p:nvPr/>
        </p:nvSpPr>
        <p:spPr>
          <a:xfrm>
            <a:off x="890954" y="5289452"/>
            <a:ext cx="10846191" cy="970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统计结果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3DD328-EBDC-736D-1EA0-E1C88E3537F8}"/>
              </a:ext>
            </a:extLst>
          </p:cNvPr>
          <p:cNvSpPr/>
          <p:nvPr/>
        </p:nvSpPr>
        <p:spPr>
          <a:xfrm>
            <a:off x="890954" y="267285"/>
            <a:ext cx="4820529" cy="553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控制选项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630D05-1EA4-E742-6230-6164EC7303AD}"/>
              </a:ext>
            </a:extLst>
          </p:cNvPr>
          <p:cNvSpPr/>
          <p:nvPr/>
        </p:nvSpPr>
        <p:spPr>
          <a:xfrm>
            <a:off x="9364394" y="290730"/>
            <a:ext cx="2210972" cy="553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日志查看</a:t>
            </a:r>
          </a:p>
        </p:txBody>
      </p:sp>
    </p:spTree>
    <p:extLst>
      <p:ext uri="{BB962C8B-B14F-4D97-AF65-F5344CB8AC3E}">
        <p14:creationId xmlns:p14="http://schemas.microsoft.com/office/powerpoint/2010/main" val="98109493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zd li</cp:lastModifiedBy>
  <cp:revision>5</cp:revision>
  <dcterms:created xsi:type="dcterms:W3CDTF">2023-08-09T12:44:00Z</dcterms:created>
  <dcterms:modified xsi:type="dcterms:W3CDTF">2026-05-12T08:04:13Z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